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2" r:id="rId2"/>
    <p:sldId id="256" r:id="rId3"/>
    <p:sldId id="257" r:id="rId4"/>
    <p:sldId id="263" r:id="rId5"/>
    <p:sldId id="264" r:id="rId6"/>
    <p:sldId id="265" r:id="rId7"/>
    <p:sldId id="266" r:id="rId8"/>
    <p:sldId id="267" r:id="rId9"/>
    <p:sldId id="268" r:id="rId10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5" autoAdjust="0"/>
    <p:restoredTop sz="93695" autoAdjust="0"/>
  </p:normalViewPr>
  <p:slideViewPr>
    <p:cSldViewPr>
      <p:cViewPr>
        <p:scale>
          <a:sx n="100" d="100"/>
          <a:sy n="100" d="100"/>
        </p:scale>
        <p:origin x="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2D0AD-726B-4C27-BFA4-9D79C2F5F7BD}" type="datetimeFigureOut">
              <a:rPr lang="en-US" smtClean="0"/>
              <a:t>11/03/2026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B201B-5929-4B67-8023-60144F865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1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3B201B-5929-4B67-8023-60144F8658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83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3B201B-5929-4B67-8023-60144F8658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4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C4B6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11/03/2026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4B6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11/03/2026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4B6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6956" y="2121001"/>
            <a:ext cx="2280920" cy="378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A2A2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002215" y="2766057"/>
            <a:ext cx="4007484" cy="392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4567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11/03/2026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4B6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11/03/2026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11/03/2026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12000"/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974" y="1177217"/>
            <a:ext cx="4775200" cy="75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C4B6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11/03/2026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2100" y="806450"/>
            <a:ext cx="670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Times New Roman" panose="02020603050405020304" pitchFamily="18" charset="0"/>
              </a:rPr>
              <a:t>SEVASUTRA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5875" y="2330450"/>
            <a:ext cx="10452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CODE SIRENS</a:t>
            </a: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1)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Muktai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Santosh Kadam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2)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Madhura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Digambar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Hattikat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3)Rohan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Parshuram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Shinde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4)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Rutik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Santosh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Gamare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5)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Riddhesh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Ghate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50" y="281901"/>
            <a:ext cx="1828800" cy="16002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954730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00225" y="1718937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4">
                <a:moveTo>
                  <a:pt x="0" y="0"/>
                </a:moveTo>
                <a:lnTo>
                  <a:pt x="381075" y="0"/>
                </a:lnTo>
              </a:path>
            </a:pathLst>
          </a:custGeom>
          <a:ln w="17724">
            <a:solidFill>
              <a:srgbClr val="0FB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00225" y="658906"/>
            <a:ext cx="10237755" cy="679032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7465" marR="5080" indent="-25400">
              <a:lnSpc>
                <a:spcPts val="4760"/>
              </a:lnSpc>
              <a:spcBef>
                <a:spcPts val="495"/>
              </a:spcBef>
            </a:pPr>
            <a:r>
              <a:rPr sz="4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Mobile</a:t>
            </a:r>
            <a:r>
              <a:rPr sz="4200" spc="-13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 </a:t>
            </a:r>
            <a:r>
              <a:rPr sz="4200" spc="-2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Healthcare </a:t>
            </a:r>
            <a:r>
              <a:rPr sz="4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App</a:t>
            </a:r>
            <a:r>
              <a:rPr sz="4200" spc="-13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 </a:t>
            </a:r>
            <a:r>
              <a:rPr sz="4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for</a:t>
            </a:r>
            <a:r>
              <a:rPr sz="4200" spc="5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 </a:t>
            </a:r>
            <a:r>
              <a:rPr sz="4200" spc="-1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Arial"/>
              </a:rPr>
              <a:t>Villages</a:t>
            </a:r>
            <a:endParaRPr sz="4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100" y="1949450"/>
            <a:ext cx="4191000" cy="186333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270" algn="l">
              <a:spcBef>
                <a:spcPts val="130"/>
              </a:spcBef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Empowering health workers with offline-first 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capabilities,bilingual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support, and real-time analytics for better community care</a:t>
            </a:r>
            <a:r>
              <a:rPr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ealthcare Mobile App UI/UX Design by Ronas IT | UI/UX Team on Dribbb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568450"/>
            <a:ext cx="5449867" cy="370076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>
        <p15:prstTrans prst="pageCurlDouble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-127000" y="577850"/>
            <a:ext cx="10820400" cy="1205458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40"/>
              </a:spcBef>
            </a:pPr>
            <a:r>
              <a:rPr lang="en-US" sz="2800" spc="-55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5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Times New Roman" panose="02020603050405020304" pitchFamily="18" charset="0"/>
              </a:rPr>
              <a:t>Project</a:t>
            </a:r>
            <a:r>
              <a:rPr sz="4000" spc="-114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Times New Roman" panose="02020603050405020304" pitchFamily="18" charset="0"/>
              </a:rPr>
              <a:t>Objective</a:t>
            </a:r>
            <a:r>
              <a:rPr lang="en-US" sz="2800" spc="-1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Times New Roman" panose="02020603050405020304" pitchFamily="18" charset="0"/>
              </a:rPr>
              <a:t/>
            </a:r>
            <a:br>
              <a:rPr lang="en-US" sz="2800" spc="-1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  <a:cs typeface="Times New Roman" panose="02020603050405020304" pitchFamily="18" charset="0"/>
              </a:rPr>
            </a:br>
            <a:endParaRPr sz="28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 flipH="1">
            <a:off x="927100" y="2178050"/>
            <a:ext cx="88631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Bridging</a:t>
            </a:r>
            <a:r>
              <a:rPr lang="en-US" sz="2400" spc="9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en-US" sz="2400" spc="1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400" spc="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en-US" sz="2400" spc="13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fieldwork</a:t>
            </a:r>
            <a:r>
              <a:rPr lang="en-US" sz="2400" spc="8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1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en-US" sz="2400" spc="7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en-US" sz="2400" spc="5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</a:p>
          <a:p>
            <a:pPr marL="299720" indent="-285750">
              <a:lnSpc>
                <a:spcPct val="100000"/>
              </a:lnSpc>
              <a:spcBef>
                <a:spcPts val="270"/>
              </a:spcBef>
              <a:buFont typeface="Wingdings" panose="05000000000000000000" pitchFamily="2" charset="2"/>
              <a:buChar char="q"/>
            </a:pPr>
            <a:r>
              <a:rPr lang="en-US" sz="2400" spc="-7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Enable</a:t>
            </a:r>
            <a:r>
              <a:rPr lang="en-US" sz="2400" spc="-2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2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Offline</a:t>
            </a:r>
            <a:r>
              <a:rPr lang="en-US" sz="2400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7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Data</a:t>
            </a:r>
            <a:r>
              <a:rPr lang="en-US" sz="2400" spc="-2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Capture</a:t>
            </a:r>
            <a:r>
              <a:rPr lang="en-US" sz="240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, </a:t>
            </a:r>
            <a:r>
              <a:rPr lang="en-US" sz="2400" spc="-5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Collect</a:t>
            </a:r>
            <a:r>
              <a:rPr lang="en-US" sz="2400" spc="-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5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forms,</a:t>
            </a:r>
            <a:r>
              <a:rPr lang="en-US" sz="2400" spc="-2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6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photos,</a:t>
            </a:r>
            <a:r>
              <a:rPr lang="en-US" sz="2400" spc="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7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audio,</a:t>
            </a:r>
            <a:r>
              <a:rPr lang="en-US" sz="2400" spc="-2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6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and</a:t>
            </a:r>
            <a:r>
              <a:rPr lang="en-US" sz="2400" spc="-7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16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GPS</a:t>
            </a:r>
            <a:r>
              <a:rPr lang="en-US" sz="2400" spc="3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5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without</a:t>
            </a:r>
            <a:r>
              <a:rPr lang="en-US" sz="2400" spc="-2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4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internet;</a:t>
            </a:r>
            <a:r>
              <a:rPr lang="en-US" sz="2400" spc="3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4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sync</a:t>
            </a:r>
            <a:r>
              <a:rPr lang="en-US" sz="2400" spc="5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5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automatically</a:t>
            </a:r>
            <a:r>
              <a:rPr lang="en-US" sz="2400" spc="12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65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when</a:t>
            </a:r>
            <a:r>
              <a:rPr lang="en-US" sz="2400" spc="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 </a:t>
            </a:r>
            <a:r>
              <a:rPr lang="en-US" sz="2400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online.</a:t>
            </a:r>
          </a:p>
          <a:p>
            <a:pPr marL="299720" indent="-285750">
              <a:lnSpc>
                <a:spcPct val="100000"/>
              </a:lnSpc>
              <a:spcBef>
                <a:spcPts val="270"/>
              </a:spcBef>
              <a:buFont typeface="Wingdings" panose="05000000000000000000" pitchFamily="2" charset="2"/>
              <a:buChar char="q"/>
            </a:pPr>
            <a:r>
              <a:rPr lang="en-US" sz="2400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To improve healthcare accessibility in rural and multilingual regions.</a:t>
            </a:r>
          </a:p>
          <a:p>
            <a:pPr marL="299720" indent="-285750">
              <a:lnSpc>
                <a:spcPct val="100000"/>
              </a:lnSpc>
              <a:spcBef>
                <a:spcPts val="270"/>
              </a:spcBef>
              <a:buFont typeface="Wingdings" panose="05000000000000000000" pitchFamily="2" charset="2"/>
              <a:buChar char="q"/>
            </a:pPr>
            <a:r>
              <a:rPr lang="en-US" sz="2400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To develop a </a:t>
            </a:r>
            <a:r>
              <a:rPr lang="en-US" sz="2400" b="1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bilingual data capture </a:t>
            </a:r>
            <a:r>
              <a:rPr lang="en-US" sz="2400" spc="-10" dirty="0" smtClean="0">
                <a:solidFill>
                  <a:schemeClr val="tx1"/>
                </a:solidFill>
                <a:latin typeface="Bell MT" panose="02020503060305020303" pitchFamily="18" charset="0"/>
                <a:cs typeface="Arial"/>
              </a:rPr>
              <a:t>system for healthcare workers.</a:t>
            </a:r>
            <a:endParaRPr lang="en-US" spc="-10" dirty="0" smtClean="0">
              <a:solidFill>
                <a:schemeClr val="tx1"/>
              </a:solidFill>
              <a:latin typeface="Bell MT" panose="02020503060305020303" pitchFamily="18" charset="0"/>
              <a:cs typeface="Arial"/>
            </a:endParaRPr>
          </a:p>
          <a:p>
            <a:pPr marL="299720" indent="-285750">
              <a:lnSpc>
                <a:spcPct val="100000"/>
              </a:lnSpc>
              <a:spcBef>
                <a:spcPts val="270"/>
              </a:spcBef>
              <a:buFont typeface="Wingdings" panose="05000000000000000000" pitchFamily="2" charset="2"/>
              <a:buChar char="q"/>
            </a:pPr>
            <a:endParaRPr 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  <a:cs typeface="Arial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6300" y="730250"/>
            <a:ext cx="647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Key Technologies Used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7100" y="2178050"/>
            <a:ext cx="792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/>
              <a:t>Android Studio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/>
              <a:t>Artificial Intelligence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/>
              <a:t>Visual Studio Code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/>
              <a:t>Flutter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err="1" smtClean="0"/>
              <a:t>Supabase</a:t>
            </a:r>
            <a:endParaRPr lang="en-US" sz="32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err="1" smtClean="0"/>
              <a:t>Xcode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567552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500" y="958850"/>
            <a:ext cx="10604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Bell MT" panose="02020503060305020303" pitchFamily="18" charset="0"/>
                <a:cs typeface="Times New Roman" panose="02020603050405020304" pitchFamily="18" charset="0"/>
              </a:rPr>
              <a:t>Methodology</a:t>
            </a:r>
            <a:endParaRPr lang="en-US" sz="4400" dirty="0">
              <a:latin typeface="Bell MT" panose="020205030603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7500" y="2330448"/>
            <a:ext cx="105917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Bell MT" panose="02020503060305020303" pitchFamily="18" charset="0"/>
              </a:rPr>
              <a:t>Requirement Analysis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Bell MT" panose="02020503060305020303" pitchFamily="18" charset="0"/>
              </a:rPr>
              <a:t>Data collection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Bell MT" panose="02020503060305020303" pitchFamily="18" charset="0"/>
              </a:rPr>
              <a:t>Cloud Storage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Bell MT" panose="02020503060305020303" pitchFamily="18" charset="0"/>
              </a:rPr>
              <a:t>Testing &amp; Deployment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4000" dirty="0" smtClean="0">
                <a:latin typeface="Bell MT" panose="02020503060305020303" pitchFamily="18" charset="0"/>
              </a:rPr>
              <a:t>Monitoring &amp; Improvement</a:t>
            </a:r>
            <a:r>
              <a:rPr lang="en-US" sz="4000" dirty="0" smtClean="0"/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985042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" y="1263650"/>
            <a:ext cx="10604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Bell MT" panose="02020503060305020303" pitchFamily="18" charset="0"/>
              </a:rPr>
              <a:t>Features of the System</a:t>
            </a:r>
            <a:endParaRPr lang="en-US" sz="4400" dirty="0">
              <a:latin typeface="Bell MT" panose="020205030603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7100" y="2711450"/>
            <a:ext cx="8001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Bilingual interface (local language+ English)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Voice-to-text and automatic translation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data synchronization.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Offline data collection with later syncing.</a:t>
            </a:r>
          </a:p>
        </p:txBody>
      </p:sp>
    </p:spTree>
    <p:extLst>
      <p:ext uri="{BB962C8B-B14F-4D97-AF65-F5344CB8AC3E}">
        <p14:creationId xmlns:p14="http://schemas.microsoft.com/office/powerpoint/2010/main" val="16383955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5875" y="958850"/>
            <a:ext cx="1069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Bell MT" panose="02020503060305020303" pitchFamily="18" charset="0"/>
              </a:rPr>
              <a:t>Future Scope</a:t>
            </a:r>
            <a:endParaRPr lang="en-US" sz="4800" dirty="0">
              <a:latin typeface="Bell MT" panose="020205030603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500" y="2787650"/>
            <a:ext cx="9067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wearable health devices.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AI-based disease prediction.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national health databases.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multiple regional languages.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1804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49250"/>
            <a:ext cx="1069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Bell MT" panose="02020503060305020303" pitchFamily="18" charset="0"/>
              </a:rPr>
              <a:t>Advantages</a:t>
            </a:r>
            <a:endParaRPr lang="en-US" sz="5400" dirty="0">
              <a:latin typeface="Bell MT" panose="020205030603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7100" y="1644650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smtClean="0"/>
              <a:t>Faster and accurate data collection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smtClean="0"/>
              <a:t>Eliminates language barriers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smtClean="0"/>
              <a:t>Real time access to patient health records.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smtClean="0"/>
              <a:t>Reduces paperwork and administrative burden.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smtClean="0"/>
              <a:t>Improves decision making for doctors.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308449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4900" y="2330450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Algerian" panose="04020705040A02060702" pitchFamily="82" charset="0"/>
              </a:rPr>
              <a:t>THANKYOU !</a:t>
            </a:r>
            <a:endParaRPr lang="en-US" sz="8000" b="1" dirty="0">
              <a:ln w="22225">
                <a:solidFill>
                  <a:schemeClr val="accent6">
                    <a:lumMod val="50000"/>
                  </a:schemeClr>
                </a:solidFill>
                <a:prstDash val="solid"/>
              </a:ln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6278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221</Words>
  <Application>Microsoft Office PowerPoint</Application>
  <PresentationFormat>Custom</PresentationFormat>
  <Paragraphs>47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Black</vt:lpstr>
      <vt:lpstr>Bell MT</vt:lpstr>
      <vt:lpstr>Calibri</vt:lpstr>
      <vt:lpstr>Times New Roman</vt:lpstr>
      <vt:lpstr>Wingdings</vt:lpstr>
      <vt:lpstr>Office Theme</vt:lpstr>
      <vt:lpstr>PowerPoint Presentation</vt:lpstr>
      <vt:lpstr>Mobile Healthcare App for Villages</vt:lpstr>
      <vt:lpstr> Project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Healthcare App for Villages</dc:title>
  <dc:creator>DIGAMBAR</dc:creator>
  <cp:lastModifiedBy>DIGAMBAR</cp:lastModifiedBy>
  <cp:revision>30</cp:revision>
  <dcterms:created xsi:type="dcterms:W3CDTF">2026-03-11T16:46:45Z</dcterms:created>
  <dcterms:modified xsi:type="dcterms:W3CDTF">2026-03-12T05:08:11Z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LastSaved">
    <vt:filetime>2026-03-11T00:00:00Z</vt:filetime>
  </property>
  <property fmtid="{D5CDD505-2E9C-101B-9397-08002B2CF9AE}" pid="4" name="Producer">
    <vt:lpwstr>Pdftools SDK</vt:lpwstr>
  </property>
</Properties>
</file>